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Kontorutleie — IT-løsning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Nettverk · Active Directory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ITK2004 — VG2 Informasjonsteknologi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Eksamensdato: 09.06.2026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Situasjon og oppgaveoversikt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kontorutleiefirma med 3 bedrifter trenger en komplett IT-løsning.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7360"/>
            <a:ext cx="50292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16916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1: Utvikling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0391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Web-løsning med Node.js, MariaDB og Docker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856232"/>
            <a:ext cx="182880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Fullført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51760"/>
            <a:ext cx="73152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88920"/>
            <a:ext cx="502920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7432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2: Drift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30906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Nettverksoppsett med VLAN-isolasjon i Packet Tracer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2907792"/>
            <a:ext cx="1828800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Fullført 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703320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840480"/>
            <a:ext cx="502920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80160" y="37947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3: Brukerstøtte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4142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Directory-veiledere for ansatte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3959352"/>
            <a:ext cx="182880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39593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Fullført ✓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 — Utvikling: Arkitektur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097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Nettleser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0" y="1097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CSS (plain)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103120"/>
            <a:ext cx="64008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1031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3108960"/>
            <a:ext cx="6400800" cy="777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0" y="3108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i Docker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— én kommando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Session-basert auth med bcrypt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Hver bedrift ser kun egne 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 .env — aldri i GitHub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 — Web-løsning: Forside og innlogging</a:t>
            </a:r>
            <a:endParaRPr lang="en-US" sz="2800" dirty="0"/>
          </a:p>
        </p:txBody>
      </p:sp>
      <p:pic>
        <p:nvPicPr>
          <p:cNvPr id="4" name="Image 0" descr="C:\Eksamen_2026\bilder\web_for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14800" cy="3017520"/>
          </a:xfrm>
          <a:prstGeom prst="rect">
            <a:avLst/>
          </a:prstGeom>
        </p:spPr>
      </p:pic>
      <p:pic>
        <p:nvPicPr>
          <p:cNvPr id="5" name="Image 1" descr="C:\Eksamen_2026\bilder\login_web_s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05840"/>
            <a:ext cx="4114800" cy="301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Offentlig markedsføringsside — localhost:3000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75488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Innloggingsside for kundeportal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 — Kundeportal: Isolasjon bekreftet</a:t>
            </a:r>
            <a:endParaRPr lang="en-US" sz="2800" dirty="0"/>
          </a:p>
        </p:txBody>
      </p:sp>
      <p:pic>
        <p:nvPicPr>
          <p:cNvPr id="4" name="Image 0" descr="C:\Eksamen_2026\bilder\bedrift_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14800" cy="2926080"/>
          </a:xfrm>
          <a:prstGeom prst="rect">
            <a:avLst/>
          </a:prstGeom>
        </p:spPr>
      </p:pic>
      <p:pic>
        <p:nvPicPr>
          <p:cNvPr id="5" name="Image 1" descr="C:\Eksamen_2026\bilder\annen_bedrift_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05840"/>
            <a:ext cx="4114800" cy="29260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bedrift1 → Bedrift AS (VLAN 10)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75488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bedrift2 → Konsulent AS (VLAN 20)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Hver bedrift ser kun egne data — isolasjon på nett- og applikasjonsnivå ✓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 — Database: MariaDB i Docker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Formål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bedrifter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id, navn, vlan, ip_nett,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Nettverksinfo per bedrift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brukere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id, brukernavn, passord_hash, bedrift_id (FK)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Innlogging med bcrypt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dokumentasjon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id, bedrift_id (FK), tittel, innhold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 per bedrift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108960"/>
            <a:ext cx="393192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8640" y="32004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MariaDB + Node.js starter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init.sql kjøres automatisk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Åpne http://localhost:3000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663440" y="320040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bedrifter (1)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brukere (mange)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dokumentasjon (mange)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2 — Drift: Nettverkstopologi</a:t>
            </a:r>
            <a:endParaRPr lang="en-US" sz="2800" dirty="0"/>
          </a:p>
        </p:txBody>
      </p:sp>
      <p:pic>
        <p:nvPicPr>
          <p:cNvPr id="4" name="Image 0" descr="C:\Eksamen_2026\bilder\alle_ip_config_ferd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94960" y="118872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switch (Cisco 2960), 1 router (Cisco 2911)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bedrifter × (2 PC + 1 printer)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 VLAN 99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Router-on-a-stick med dot1Q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koblinger grønne — oppe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394960" y="3749040"/>
            <a:ext cx="3474720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9496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2 fullført ✓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— VLAN og router-konfigurasjon</a:t>
            </a:r>
            <a:endParaRPr lang="en-US" sz="2800" dirty="0"/>
          </a:p>
        </p:txBody>
      </p:sp>
      <p:pic>
        <p:nvPicPr>
          <p:cNvPr id="4" name="Image 0" descr="C:\Eksamen_2026\bilder\show_vlan_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14800" cy="3017520"/>
          </a:xfrm>
          <a:prstGeom prst="rect">
            <a:avLst/>
          </a:prstGeom>
        </p:spPr>
      </p:pic>
      <p:pic>
        <p:nvPicPr>
          <p:cNvPr id="5" name="Image 1" descr="C:\Eksamen_2026\bilder\running_conf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05840"/>
            <a:ext cx="4114800" cy="301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vlan brief — Switch0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75488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running-config — Router0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— Isolasjon og IP-konfigurasjon bekreftet</a:t>
            </a:r>
            <a:endParaRPr lang="en-US" sz="2800" dirty="0"/>
          </a:p>
        </p:txBody>
      </p:sp>
      <p:pic>
        <p:nvPicPr>
          <p:cNvPr id="4" name="Image 0" descr="C:\Eksamen_2026\bilder\pi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14800" cy="3017520"/>
          </a:xfrm>
          <a:prstGeom prst="rect">
            <a:avLst/>
          </a:prstGeom>
        </p:spPr>
      </p:pic>
      <p:pic>
        <p:nvPicPr>
          <p:cNvPr id="5" name="Image 1" descr="C:\Eksamen_2026\bilder\ip_conf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05840"/>
            <a:ext cx="4114800" cy="301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Ping-test: intra-VLAN Reply ✓ / inter-VLAN Timed out ✓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75488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IP-konfig PC0 — 192.168.10.2 / gateway 192.168.10.1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3 — Brukerstøtte: Active Directory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veiledere skrevet for ansatte uten teknisk bakgrunn: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00200"/>
            <a:ext cx="73152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55648"/>
            <a:ext cx="45720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Opprett ny bruker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99339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Steg-for-steg fra åpne AD til test av innlogging. Inkl. navnekonvensjon og sikkerhetsregel om å ikke sende passord på e-post.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60320"/>
            <a:ext cx="73152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26334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Gi/fjern mappetilgang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95351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Tilgang via grupper (ikke enkeltbrukere). Del A: gi tilgang. Del B: deaktiver/fjern ved avslutning.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73152" cy="8229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675888"/>
            <a:ext cx="45720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5935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Vanlige feil og løsninger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9136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feilscenarier: låst konto, ser ikke mappe, tilgang nektet, kan ikke bytte passord, ikke synlig i AD, ny ansatt mangler tilgang.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Brukerstøtte A — Opprett ny bruker i 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Åpne Active Directory Users and Computers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Finn riktig OU (f.eks. Bedrift1)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Høyreklikk → Ny → Bruker — fyll inn navn og brukernavn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Sett midlertidig passord — huk av «Brukeren må endre passord»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Legg til i gruppe (f.eks. Bedrift1-ansatte) → fanen «Medlem av»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Test innlogging på en klientmaskin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9319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Navnekonvensjon: fornavn.etternavn — hold det konsekvent i hele domenet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4389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aldri passord på e-post — lever brukernavnet på papir eller i person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Brukerstøtte B — Gi og fjerne mappetilgang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A: Gi tilgang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Høyreklikk mappen → Egenskaper → Sikkerhet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Rediger → Legg til gruppe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Velg Endre-tillatelse (ikke Full kontroll)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Bruk → OK → Test med bruker fra gruppen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005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B: Fjerne tilgang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4173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Deaktiver kontoen (anbefalt — beholder historikk)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Eller: fjern fra gruppe → fanen «Medlem av»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Ikke slett brukeren — deaktiver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8229600" cy="14173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4015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Eksempel — Bedrift 1 med 8 ansatte: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730752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Mappen har kun gruppen Bedrift1-ansatte. Ny ansatt? Legg til i gruppen — tilgang følger. Ansatt slutter? Deaktiver konto. Mappen røres aldri.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Brukerstøtte C — Vanlige feil og løsninger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Feil passord / konto låst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990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Høyreklikk bruker → Egenskaper → Konto → Lås opp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05740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574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ikke delt mappe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4048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Sjekk gruppe-medlemskap og at mappen er delt (Deling-fanen)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306324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Tilgang nektet på fil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410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Sjekk Sikkerhet-fanen — Avslå overstyrer alltid Tillat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ikke bytte passord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13990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Tilbakestill via AD → Høyreklikk → Tilbakestill passord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05740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05740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0574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Bruker ikke synlig i AD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24048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 → Avanserte funksjoner, bruk Handling → Finn...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063240"/>
            <a:ext cx="41148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 ansatt mangler tilgang til mappe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410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Gruppemedlemskap oppdateres kun ved innlogging — logg ut og inn igjen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oppgaver fullført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1: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103120" y="1463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Web-løsning med Node.js, MariaDB, Docker — kjørende 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2: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VLAN-nettverk i Packet Tracer — isolasjon bekreftet 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Oppgave 3: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2651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Directory-veiledere — publisert på GitHub 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github.com/preztel/ITK2004-Eksamen-2026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ITK2004 Eksamen 2026</dc:title>
  <dc:subject>PptxGenJS Presentation</dc:subject>
  <dc:creator>Devin</dc:creator>
  <cp:lastModifiedBy>Devin</cp:lastModifiedBy>
  <cp:revision>1</cp:revision>
  <dcterms:created xsi:type="dcterms:W3CDTF">2026-06-09T09:29:12Z</dcterms:created>
  <dcterms:modified xsi:type="dcterms:W3CDTF">2026-06-09T09:29:12Z</dcterms:modified>
</cp:coreProperties>
</file>